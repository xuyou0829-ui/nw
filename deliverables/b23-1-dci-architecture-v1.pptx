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B23.1机房专线接入与互联架构建议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面向客户数据中心双 100G 专线接入的拓扑、冗余、安全与设备建议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DCEB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38658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2679192"/>
            <a:ext cx="2203704" cy="649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机房：B23.1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客户数据中心互联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 100G 专线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64608" y="23317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38658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74336" y="2679192"/>
            <a:ext cx="2203704" cy="649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拓扑清晰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自动切换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32520" y="23317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05672" y="2386584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42248" y="2679192"/>
            <a:ext cx="2203704" cy="649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互联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双边界 + 双核心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主备优先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852928"/>
            <a:ext cx="137160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96912" y="2852928"/>
            <a:ext cx="1408176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" y="4069080"/>
            <a:ext cx="1024128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两条专线必须尽量做到物理路径隔离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不建议大范围 L2 拉通，优先 L3 + BGP/BFD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边界控制与核心业务网络分层，避免直接打入生产核心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085"/>
                </a:solidFill>
              </a:rPr>
              <a:t>SiowAI 方案草案 · 2026-04-18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物理拓扑建议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0350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客户数据中心 -&gt; MMR -&gt; B23.1 -&gt; 边界/核心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2928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DCEB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5798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客户数据中心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450592"/>
            <a:ext cx="17922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对端业务网络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100G 出口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DDEFE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38074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MMR-A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673352"/>
            <a:ext cx="1609344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专线 A 落地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31089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DDEFE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31638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MMR-B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3456432"/>
            <a:ext cx="1609344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专线 B 落地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1325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138074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24728" y="1673352"/>
            <a:ext cx="1609344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边界设备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15000" y="310896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316382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24728" y="3456432"/>
            <a:ext cx="1609344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边界设备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12480" y="13258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1380744"/>
            <a:ext cx="1453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Core-1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22208" y="1673352"/>
            <a:ext cx="1380744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核心/汇聚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12480" y="3108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3163824"/>
            <a:ext cx="1453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Core-2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22208" y="3456432"/>
            <a:ext cx="1380744" cy="466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核心/汇聚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469880" y="2057400"/>
            <a:ext cx="1051560" cy="1188720"/>
          </a:xfrm>
          <a:prstGeom prst="roundRect">
            <a:avLst>
              <a:gd name="adj" fmla="val 6957"/>
            </a:avLst>
          </a:prstGeom>
          <a:solidFill>
            <a:srgbClr val="FFF7D6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43032" y="2112264"/>
            <a:ext cx="905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79608" y="2404872"/>
            <a:ext cx="832104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51760" y="2514600"/>
            <a:ext cx="594360" cy="-758952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51760" y="2697480"/>
            <a:ext cx="594360" cy="841248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074920" y="1755648"/>
            <a:ext cx="64008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74920" y="3538728"/>
            <a:ext cx="64008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29400" y="2194560"/>
            <a:ext cx="0" cy="91440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1755648"/>
            <a:ext cx="86868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43800" y="1755648"/>
            <a:ext cx="868680" cy="178308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43800" y="3538728"/>
            <a:ext cx="868680" cy="-178308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43800" y="3538728"/>
            <a:ext cx="86868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12680" y="1755648"/>
            <a:ext cx="457200" cy="667512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012680" y="3538728"/>
            <a:ext cx="457200" cy="-658368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85800" y="4983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建议两条专线从客户侧到 MMR 再到 B23.1 全程尽量做到物理隔离。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" y="5303520"/>
            <a:ext cx="109728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到 B23.1 最好继续使用两条独立光纤路径/桥架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Edge-1 / Edge-2 分别接入双核心，避免单点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边界设备建议与核心设备分角色部署，不直接把专线打到核心里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11480" y="6400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085"/>
                </a:solidFill>
              </a:rPr>
              <a:t>SiowAI 草案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推荐逻辑架构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0350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优先采用 L3 互联，边界与核心分层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2928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DCEB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2646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DC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188366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交付优先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建议双 BGP 邻居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19786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边界接入层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01568" y="1490472"/>
            <a:ext cx="1792224" cy="92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Edge-1 / Edge-2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BGP / BFD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VRF / ACL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链路健康探测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114300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19786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核心/汇聚层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61888" y="1490472"/>
            <a:ext cx="1792224" cy="92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Core-1 / Core-2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承接业务网段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路由汇聚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策略下发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58200" y="114300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FF7D6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197864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安全与业务承载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67928" y="1490472"/>
            <a:ext cx="2157984" cy="92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客户互联 VRF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关键流量进防火墙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非关键流量走 ACL 边界控制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1828800"/>
            <a:ext cx="45720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0" y="1828800"/>
            <a:ext cx="5486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3840" y="1828800"/>
            <a:ext cx="59436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97280" y="320040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DDEFE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255264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推荐技术选型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3547872"/>
            <a:ext cx="2752344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专线交付尽量采用 L3，而非大二层透传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边界与核心之间可用动态路由或清晰静态路由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客户互联业务建议单独 VRF / VLAN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20040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FBE4E6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3255264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为什么不优先大二层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36008" y="3547872"/>
            <a:ext cx="2752344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广播域拉长，故障面扩大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跨机房二层更难排障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切换和安全边界更复杂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32004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325526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推荐第一期形态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65008" y="3547872"/>
            <a:ext cx="3072384" cy="694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双边界 + 双核心 + L3/BGP/BFD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专线主备优先，后续再评估双活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安全控制与转发性能分层处理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6400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085"/>
                </a:solidFill>
              </a:rPr>
              <a:t>SiowAI 草案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安全设计建议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0350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既要隔离，也要避免 100G 成为安全瓶颈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2928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40080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客户专线互联流量建议放入独立 VRF / 安全域，不直接混入生产核心网络。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基础边界控制建议优先用路由策略 + ACL + 白名单，限制可达网段和端口。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关键业务流量再进入防火墙或安全设备，不建议一开始就把全部 200G 流量做重型深度检查。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管理面与业务面必须隔离，边界设备、核心设备、运维跳板机分权管理。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如有更高安全要求，可评估 MACsec、流量镜像审计、IDS/IPS，但需核算吞吐瓶颈。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4173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54112" y="1472184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最低安全基线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90688" y="1764792"/>
            <a:ext cx="3346704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专线独立 VRF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白名单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管理面隔离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260604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2660904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90688" y="2953512"/>
            <a:ext cx="3346704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关键业务流量进入防火墙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流量审计 / 镜像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37947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BE4E6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3849624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90688" y="4142232"/>
            <a:ext cx="3346704" cy="557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“全流量深度安全” 很可能拖垮 100G/200G 吞吐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安全策略要和性能目标一起设计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6400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085"/>
                </a:solidFill>
              </a:rPr>
              <a:t>SiowAI 草案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冗余与切换建议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0350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第一期建议主备优先，后续再评估双活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2928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DCEB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7218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A：双活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764792"/>
            <a:ext cx="3255264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两条链路同时承载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 ECMP / BGP 策略分担流量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优点：带宽利用率高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缺点：设计与排障复杂度更高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47218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B：主备（第一期推荐）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8848" y="1764792"/>
            <a:ext cx="3255264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专线 A 主用，专线 B 备份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LocalPref / AS Path / MED 控制优先级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优点：更稳，更容易运维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缺点：备链带宽平时闲置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47218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故障探测与收敛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56448" y="1764792"/>
            <a:ext cx="3255264" cy="1152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BGP + BFD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边界与核心都要有明确的故障切换逻辑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避免把“人工切换”作为唯一手段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107899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如果客户侧网络能力成熟、双方运维也足够强，再考虑双活。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如果这是第一期上线，主备模式通常更容易交付，也更适合安全与运维收口。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无论双活还是主备，物理链路隔离和双设备承接都是前提。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6400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085"/>
                </a:solidFill>
              </a:rPr>
              <a:t>SiowAI 草案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设备建议与下一步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03504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先锁架构，再锁型号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112928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E8CC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89304"/>
            <a:ext cx="3236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边界设备建议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581912"/>
            <a:ext cx="3163824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支持原生 100G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BGP / BFD / VRF / ACL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建议采用两台独立设备承接专线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234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DFF2E1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89304"/>
            <a:ext cx="3236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核心/汇聚建议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8848" y="1581912"/>
            <a:ext cx="3163824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双核心或双汇聚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具备高密 100G/40G/25G 承接能力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与边界设备分角色部署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234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DCEB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289304"/>
            <a:ext cx="3236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厂商建议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56448" y="1581912"/>
            <a:ext cx="3163824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优先沿用现网主平台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Cisco / Arista / Juniper / H3C / Huawei 均有可选型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先按能力和运维体系筛选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1088136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推荐第一期：双 100G 专线 + 双边界 + 双核心 + L3/BGP/BFD + 主备切换。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后续待确认：客户侧 L2/L3 交付方式、是否要求双活、是否必须链路加密、是否需防火墙全流量串接。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实施顺序建议：先确认交付边界和安全要求，再做设备选型和详细低层设计。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530352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7D6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5358384"/>
            <a:ext cx="10643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一句话结论：第一期建议采用“L3 主备 + 双边界 + 双核心 + 专线独立安全域”的稳妥方案。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7085"/>
                </a:solidFill>
              </a:rPr>
              <a:t>SiowAI 草案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B23.1机房专线接入与互联架构建议</dc:title>
  <dc:subject>B23.1机房专线接入与互联架构</dc:subject>
  <dc:creator>SiowAI</dc:creator>
  <cp:lastModifiedBy>SiowAI</cp:lastModifiedBy>
  <cp:revision>1</cp:revision>
  <dcterms:created xsi:type="dcterms:W3CDTF">2026-04-18T08:59:42Z</dcterms:created>
  <dcterms:modified xsi:type="dcterms:W3CDTF">2026-04-18T08:59:42Z</dcterms:modified>
</cp:coreProperties>
</file>